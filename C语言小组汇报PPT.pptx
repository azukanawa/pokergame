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Arial</vt:lpstr>
      <vt:lpstr>宋体</vt:lpstr>
      <vt:lpstr>Wingdings</vt:lpstr>
      <vt:lpstr>Arial Unicode MS</vt:lpstr>
      <vt:lpstr>Calibri</vt:lpstr>
      <vt:lpstr>微软雅黑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huang mu</dc:creator>
  <cp:lastModifiedBy>WPS_1756458513</cp:lastModifiedBy>
  <cp:revision>5</cp:revision>
  <dcterms:created xsi:type="dcterms:W3CDTF">2023-08-09T12:44:00Z</dcterms:created>
  <dcterms:modified xsi:type="dcterms:W3CDTF">2025-11-19T13:42:16Z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AC601CFAD1EF488FB62938B687605065_12</vt:lpwstr>
  </property>
</Properties>
</file>