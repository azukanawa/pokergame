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3"/>
    <p:sldId id="259" r:id="rId4"/>
    <p:sldId id="260" r:id="rId5"/>
    <p:sldId id="261" r:id="rId6"/>
    <p:sldId id="262" r:id="rId7"/>
    <p:sldId id="257" r:id="rId8"/>
    <p:sldId id="258" r:id="rId9"/>
    <p:sldId id="264" r:id="rId10"/>
    <p:sldId id="265" r:id="rId11"/>
    <p:sldId id="266" r:id="rId13"/>
    <p:sldId id="267" r:id="rId14"/>
    <p:sldId id="268" r:id="rId15"/>
    <p:sldId id="269" r:id="rId16"/>
    <p:sldId id="271" r:id="rId17"/>
    <p:sldId id="272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757363"/>
            <a:ext cx="9144000" cy="2387600"/>
          </a:xfrm>
        </p:spPr>
        <p:txBody>
          <a:bodyPr/>
          <a:p>
            <a:r>
              <a:rPr lang="zh-CN" altLang="en-US" sz="7200" b="1">
                <a:latin typeface="黑体" panose="02010609060101010101" charset="-122"/>
                <a:ea typeface="黑体" panose="02010609060101010101" charset="-122"/>
              </a:rPr>
              <a:t>扑克游戏</a:t>
            </a:r>
            <a:endParaRPr lang="zh-CN" altLang="en-US" sz="7200" b="1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规则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676400" y="2396490"/>
            <a:ext cx="10515600" cy="4351338"/>
          </a:xfrm>
        </p:spPr>
        <p:txBody>
          <a:bodyPr/>
          <a:p>
            <a:pPr marL="0" indent="0">
              <a:buNone/>
            </a:pPr>
            <a:r>
              <a:rPr lang="zh-CN" altLang="en-US"/>
              <a:t>给每个玩家发五张牌，</a:t>
            </a:r>
            <a:r>
              <a:rPr lang="zh-CN" altLang="en-US"/>
              <a:t>主要通过比较牌型大小判断</a:t>
            </a:r>
            <a:r>
              <a:rPr lang="zh-CN" altLang="en-US"/>
              <a:t>胜负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规则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270885" y="2438400"/>
            <a:ext cx="10515600" cy="4351338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/>
              <a:t>Q</a:t>
            </a:r>
            <a:r>
              <a:rPr lang="zh-CN" altLang="en-US"/>
              <a:t>：牌型相同怎么</a:t>
            </a:r>
            <a:r>
              <a:rPr lang="zh-CN" altLang="en-US"/>
              <a:t>办？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en-US" altLang="zh-CN"/>
              <a:t>A</a:t>
            </a:r>
            <a:r>
              <a:rPr lang="zh-CN" altLang="en-US"/>
              <a:t>：比最大关键牌的</a:t>
            </a:r>
            <a:r>
              <a:rPr lang="zh-CN" altLang="en-US"/>
              <a:t>点数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规则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931160" y="2388870"/>
            <a:ext cx="10515600" cy="4351338"/>
          </a:xfrm>
        </p:spPr>
        <p:txBody>
          <a:bodyPr/>
          <a:p>
            <a:pPr marL="0" indent="0">
              <a:buNone/>
            </a:pPr>
            <a:r>
              <a:rPr lang="en-US" altLang="zh-CN">
                <a:sym typeface="+mn-ea"/>
              </a:rPr>
              <a:t>Q</a:t>
            </a:r>
            <a:r>
              <a:rPr lang="zh-CN" altLang="en-US">
                <a:sym typeface="+mn-ea"/>
              </a:rPr>
              <a:t>：什么是关键牌？</a:t>
            </a:r>
            <a:endParaRPr lang="zh-CN" altLang="en-US">
              <a:sym typeface="+mn-ea"/>
            </a:endParaRPr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en-US" altLang="zh-CN">
                <a:sym typeface="+mn-ea"/>
              </a:rPr>
              <a:t>A</a:t>
            </a:r>
            <a:r>
              <a:rPr lang="zh-CN" altLang="en-US">
                <a:sym typeface="+mn-ea"/>
              </a:rPr>
              <a:t>：让牌型名副其实的牌</a:t>
            </a:r>
            <a:endParaRPr lang="zh-CN" altLang="en-US"/>
          </a:p>
          <a:p>
            <a:pPr marL="0" indent="0">
              <a:buNone/>
            </a:pPr>
            <a:r>
              <a:rPr lang="zh-CN" altLang="en-US">
                <a:sym typeface="+mn-ea"/>
              </a:rPr>
              <a:t>举例：三张和</a:t>
            </a:r>
            <a:r>
              <a:rPr lang="zh-CN" altLang="en-US">
                <a:sym typeface="+mn-ea"/>
              </a:rPr>
              <a:t>三带二</a:t>
            </a:r>
            <a:r>
              <a:rPr lang="zh-CN" altLang="en-US">
                <a:sym typeface="+mn-ea"/>
              </a:rPr>
              <a:t>就是那三张相同点数的牌的一张，</a:t>
            </a:r>
            <a:endParaRPr lang="zh-CN" altLang="en-US"/>
          </a:p>
          <a:p>
            <a:pPr marL="0" indent="0">
              <a:buNone/>
            </a:pPr>
            <a:r>
              <a:rPr lang="zh-CN" altLang="en-US">
                <a:sym typeface="+mn-ea"/>
              </a:rPr>
              <a:t>对子和两对就是对子中点数大的那张，</a:t>
            </a:r>
            <a:endParaRPr lang="zh-CN" altLang="en-US"/>
          </a:p>
          <a:p>
            <a:pPr marL="0" indent="0">
              <a:buNone/>
            </a:pPr>
            <a:r>
              <a:rPr lang="zh-CN" altLang="en-US">
                <a:sym typeface="+mn-ea"/>
              </a:rPr>
              <a:t>炸弹为四张相同点数的牌中的一张，等等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规则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757170" y="2901315"/>
            <a:ext cx="10140950" cy="2063750"/>
          </a:xfrm>
        </p:spPr>
        <p:txBody>
          <a:bodyPr/>
          <a:p>
            <a:pPr marL="0" indent="0">
              <a:buNone/>
            </a:pPr>
            <a:r>
              <a:rPr lang="en-US" altLang="zh-CN">
                <a:sym typeface="+mn-ea"/>
              </a:rPr>
              <a:t>Q</a:t>
            </a:r>
            <a:r>
              <a:rPr lang="zh-CN" altLang="en-US">
                <a:sym typeface="+mn-ea"/>
              </a:rPr>
              <a:t>：关键牌点数也相同怎么办？</a:t>
            </a:r>
            <a:endParaRPr lang="zh-CN" altLang="en-US">
              <a:sym typeface="+mn-ea"/>
            </a:endParaRPr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en-US" altLang="zh-CN">
                <a:sym typeface="+mn-ea"/>
              </a:rPr>
              <a:t>A</a:t>
            </a:r>
            <a:r>
              <a:rPr lang="zh-CN" altLang="en-US">
                <a:sym typeface="+mn-ea"/>
              </a:rPr>
              <a:t>：比最大牌的花色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黑体" panose="02010609060101010101" charset="-122"/>
                <a:ea typeface="黑体" panose="02010609060101010101" charset="-122"/>
              </a:rPr>
              <a:t>需求分析</a:t>
            </a:r>
            <a:endParaRPr lang="zh-CN" altLang="en-US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34340" y="1825625"/>
            <a:ext cx="11229340" cy="4351655"/>
          </a:xfrm>
        </p:spPr>
        <p:txBody>
          <a:bodyPr>
            <a:normAutofit lnSpcReduction="20000"/>
          </a:bodyPr>
          <a:p>
            <a:r>
              <a:rPr lang="en-US" altLang="zh-CN"/>
              <a:t>a)</a:t>
            </a:r>
            <a:r>
              <a:rPr lang="zh-CN" altLang="en-US"/>
              <a:t>实现洗牌，发牌功能，发出五张扑克牌</a:t>
            </a:r>
            <a:endParaRPr lang="zh-CN" altLang="en-US"/>
          </a:p>
          <a:p>
            <a:endParaRPr lang="zh-CN" altLang="en-US"/>
          </a:p>
          <a:p>
            <a:pPr marL="0" indent="0">
              <a:buNone/>
            </a:pPr>
            <a:r>
              <a:rPr lang="zh-CN" altLang="en-US"/>
              <a:t>表示与存储要发出去的扑克牌</a:t>
            </a:r>
            <a:r>
              <a:rPr lang="en-US" altLang="zh-CN"/>
              <a:t> ----&gt; </a:t>
            </a:r>
            <a:r>
              <a:rPr lang="en-US"/>
              <a:t>52</a:t>
            </a:r>
            <a:r>
              <a:rPr lang="zh-CN" altLang="en-US"/>
              <a:t>张牌大小的</a:t>
            </a:r>
            <a:r>
              <a:rPr lang="zh-CN" altLang="en-US"/>
              <a:t>数组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随机发牌</a:t>
            </a:r>
            <a:r>
              <a:rPr lang="en-US" altLang="zh-CN"/>
              <a:t> ----&gt; </a:t>
            </a:r>
            <a:r>
              <a:rPr lang="zh-CN" altLang="en-US"/>
              <a:t>保证随机性的发牌</a:t>
            </a:r>
            <a:r>
              <a:rPr lang="zh-CN" altLang="en-US"/>
              <a:t>算法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存储玩家的手牌</a:t>
            </a:r>
            <a:r>
              <a:rPr lang="en-US" altLang="zh-CN"/>
              <a:t>  ----&gt; </a:t>
            </a:r>
            <a:r>
              <a:rPr lang="zh-CN" altLang="en-US"/>
              <a:t>玩家数量大小</a:t>
            </a:r>
            <a:r>
              <a:rPr lang="en-US" altLang="zh-CN"/>
              <a:t> * </a:t>
            </a:r>
            <a:r>
              <a:rPr lang="zh-CN" altLang="en-US"/>
              <a:t>每个玩家卡牌数的二维</a:t>
            </a:r>
            <a:r>
              <a:rPr lang="zh-CN" altLang="en-US"/>
              <a:t>数组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黑体" panose="02010609060101010101" charset="-122"/>
                <a:ea typeface="黑体" panose="02010609060101010101" charset="-122"/>
                <a:sym typeface="+mn-ea"/>
              </a:rPr>
              <a:t>需求分析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b)</a:t>
            </a:r>
            <a:r>
              <a:rPr lang="zh-CN" altLang="en-US"/>
              <a:t>实现玩家牌的分析功能，给出分析结</a:t>
            </a:r>
            <a:r>
              <a:rPr lang="zh-CN" altLang="en-US"/>
              <a:t>果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用一个什么东西记录每个玩家的牌型、关键牌、最大牌</a:t>
            </a:r>
            <a:r>
              <a:rPr lang="zh-CN" altLang="en-US"/>
              <a:t>花色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比较值的</a:t>
            </a:r>
            <a:r>
              <a:rPr lang="zh-CN" altLang="en-US"/>
              <a:t>大小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我们的</a:t>
            </a:r>
            <a:r>
              <a:rPr lang="zh-CN" altLang="en-US"/>
              <a:t>做法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zh-CN"/>
              <a:t>1.</a:t>
            </a:r>
            <a:r>
              <a:rPr lang="zh-CN" altLang="en-US"/>
              <a:t>扑克牌的</a:t>
            </a:r>
            <a:r>
              <a:rPr lang="zh-CN" altLang="en-US"/>
              <a:t>表示：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一个三位</a:t>
            </a:r>
            <a:r>
              <a:rPr lang="zh-CN" altLang="en-US"/>
              <a:t>数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百位和十位表示</a:t>
            </a:r>
            <a:r>
              <a:rPr lang="zh-CN" altLang="en-US"/>
              <a:t>点数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个位表示</a:t>
            </a:r>
            <a:r>
              <a:rPr lang="zh-CN" altLang="en-US"/>
              <a:t>花色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如：</a:t>
            </a:r>
            <a:r>
              <a:rPr lang="en-US" altLang="zh-CN"/>
              <a:t>114</a:t>
            </a:r>
            <a:r>
              <a:rPr lang="zh-CN" altLang="en-US"/>
              <a:t>在本程序中表示黑桃</a:t>
            </a:r>
            <a:r>
              <a:rPr lang="en-US" altLang="zh-CN"/>
              <a:t>J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我们的做法</a:t>
            </a:r>
            <a:endParaRPr lang="zh-CN" altLang="en-US"/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0" y="1343660"/>
            <a:ext cx="12245975" cy="533971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我们的</a:t>
            </a:r>
            <a:r>
              <a:rPr lang="zh-CN" altLang="en-US"/>
              <a:t>做法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>
                <a:sym typeface="+mn-ea"/>
              </a:rPr>
              <a:t>2.</a:t>
            </a:r>
            <a:r>
              <a:rPr lang="zh-CN" altLang="en-US">
                <a:sym typeface="+mn-ea"/>
              </a:rPr>
              <a:t>随机发牌</a:t>
            </a:r>
            <a:endParaRPr lang="zh-CN" altLang="en-US">
              <a:sym typeface="+mn-ea"/>
            </a:endParaRPr>
          </a:p>
          <a:p>
            <a:pPr marL="0" indent="0">
              <a:buNone/>
            </a:pPr>
            <a:r>
              <a:rPr lang="zh-CN" altLang="en-US" b="1">
                <a:sym typeface="+mn-ea"/>
              </a:rPr>
              <a:t>模拟</a:t>
            </a:r>
            <a:endParaRPr lang="zh-CN" altLang="en-US" b="1">
              <a:sym typeface="+mn-ea"/>
            </a:endParaRPr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思路</a:t>
            </a:r>
            <a:r>
              <a:rPr lang="en-US" altLang="zh-CN"/>
              <a:t>1</a:t>
            </a:r>
            <a:r>
              <a:rPr lang="zh-CN" altLang="en-US"/>
              <a:t>：赌场</a:t>
            </a:r>
            <a:r>
              <a:rPr lang="zh-CN" altLang="en-US"/>
              <a:t>发牌式模拟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洗牌</a:t>
            </a:r>
            <a:r>
              <a:rPr lang="en-US" altLang="zh-CN"/>
              <a:t> ----&gt; </a:t>
            </a:r>
            <a:r>
              <a:rPr lang="zh-CN" altLang="en-US"/>
              <a:t>发牌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思路</a:t>
            </a:r>
            <a:r>
              <a:rPr lang="en-US" altLang="zh-CN"/>
              <a:t>2</a:t>
            </a:r>
            <a:r>
              <a:rPr lang="zh-CN" altLang="en-US"/>
              <a:t>：魔术师表演式</a:t>
            </a:r>
            <a:r>
              <a:rPr lang="zh-CN" altLang="en-US"/>
              <a:t>模拟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随机一个</a:t>
            </a:r>
            <a:r>
              <a:rPr lang="en-US" altLang="zh-CN" b="1"/>
              <a:t>1</a:t>
            </a:r>
            <a:r>
              <a:rPr lang="zh-CN" altLang="en-US" b="1"/>
              <a:t>到剩余牌数</a:t>
            </a:r>
            <a:r>
              <a:rPr lang="zh-CN" altLang="en-US"/>
              <a:t>的随机数</a:t>
            </a:r>
            <a:r>
              <a:rPr lang="en-US" altLang="zh-CN"/>
              <a:t>(</a:t>
            </a:r>
            <a:r>
              <a:rPr lang="zh-CN" altLang="en-US"/>
              <a:t>记为</a:t>
            </a:r>
            <a:r>
              <a:rPr lang="en-US" altLang="zh-CN"/>
              <a:t>i)  ----&gt; </a:t>
            </a:r>
            <a:r>
              <a:rPr lang="zh-CN" altLang="en-US"/>
              <a:t>把第</a:t>
            </a:r>
            <a:r>
              <a:rPr lang="en-US" altLang="zh-CN"/>
              <a:t>i</a:t>
            </a:r>
            <a:r>
              <a:rPr lang="zh-CN" altLang="en-US"/>
              <a:t>张牌发出去</a:t>
            </a:r>
            <a:r>
              <a:rPr lang="en-US" altLang="zh-CN"/>
              <a:t> ----&gt;</a:t>
            </a:r>
            <a:endParaRPr lang="en-US" altLang="zh-CN"/>
          </a:p>
          <a:p>
            <a:pPr marL="0" indent="0">
              <a:buNone/>
            </a:pPr>
            <a:r>
              <a:rPr lang="zh-CN" altLang="en-US"/>
              <a:t>第</a:t>
            </a:r>
            <a:r>
              <a:rPr lang="en-US" altLang="zh-CN"/>
              <a:t>i</a:t>
            </a:r>
            <a:r>
              <a:rPr lang="zh-CN" altLang="en-US"/>
              <a:t>张牌与最后一张牌交换位置</a:t>
            </a:r>
            <a:r>
              <a:rPr lang="en-US" altLang="zh-CN"/>
              <a:t> ----&gt; </a:t>
            </a:r>
            <a:r>
              <a:rPr lang="zh-CN" altLang="en-US"/>
              <a:t>剩余牌数</a:t>
            </a:r>
            <a:r>
              <a:rPr lang="zh-CN" altLang="en-US"/>
              <a:t>减一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我们的做法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zh-CN"/>
              <a:t>3.</a:t>
            </a:r>
            <a:r>
              <a:rPr lang="zh-CN" altLang="en-US"/>
              <a:t>判断玩家</a:t>
            </a:r>
            <a:r>
              <a:rPr lang="zh-CN" altLang="en-US"/>
              <a:t>的牌型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>
                <a:sym typeface="+mn-ea"/>
              </a:rPr>
              <a:t>乱序，随机，判断困难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4525" y="2385060"/>
            <a:ext cx="7901940" cy="20872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我们的做法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zh-CN"/>
              <a:t>3.</a:t>
            </a:r>
            <a:r>
              <a:rPr lang="zh-CN" altLang="en-US"/>
              <a:t>判断玩家的</a:t>
            </a:r>
            <a:r>
              <a:rPr lang="zh-CN" altLang="en-US"/>
              <a:t>牌型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排序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4830" y="3751580"/>
            <a:ext cx="7931785" cy="23596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我们的做法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30505" y="1277620"/>
            <a:ext cx="11307445" cy="5521325"/>
          </a:xfrm>
        </p:spPr>
        <p:txBody>
          <a:bodyPr>
            <a:normAutofit fontScale="90000" lnSpcReduction="20000"/>
          </a:bodyPr>
          <a:p>
            <a:pPr marL="0" indent="0">
              <a:buNone/>
            </a:pPr>
            <a:r>
              <a:rPr lang="zh-CN" altLang="en-US"/>
              <a:t>顺子：最后一张牌的点数等于第一张牌</a:t>
            </a:r>
            <a:r>
              <a:rPr lang="en-US" altLang="zh-CN"/>
              <a:t> + 4  </a:t>
            </a:r>
            <a:r>
              <a:rPr lang="en-US" altLang="zh-CN" sz="3600" b="1"/>
              <a:t>+</a:t>
            </a:r>
            <a:r>
              <a:rPr lang="en-US" altLang="zh-CN"/>
              <a:t> </a:t>
            </a:r>
            <a:r>
              <a:rPr lang="zh-CN" altLang="en-US"/>
              <a:t>每一张牌的点数都</a:t>
            </a:r>
            <a:r>
              <a:rPr lang="zh-CN" altLang="en-US"/>
              <a:t>不同</a:t>
            </a:r>
            <a:endParaRPr lang="zh-CN" altLang="en-US"/>
          </a:p>
          <a:p>
            <a:endParaRPr lang="zh-CN" altLang="en-US"/>
          </a:p>
          <a:p>
            <a:pPr marL="0" indent="0">
              <a:buNone/>
            </a:pPr>
            <a:r>
              <a:rPr lang="zh-CN" altLang="en-US"/>
              <a:t>同花顺：顺子</a:t>
            </a:r>
            <a:r>
              <a:rPr lang="en-US" altLang="zh-CN"/>
              <a:t> + </a:t>
            </a:r>
            <a:r>
              <a:rPr lang="zh-CN" altLang="en-US"/>
              <a:t>相同</a:t>
            </a:r>
            <a:r>
              <a:rPr lang="zh-CN" altLang="en-US"/>
              <a:t>花色</a:t>
            </a:r>
            <a:endParaRPr lang="zh-CN" altLang="en-US"/>
          </a:p>
          <a:p>
            <a:endParaRPr lang="zh-CN" altLang="en-US"/>
          </a:p>
          <a:p>
            <a:pPr marL="0" indent="0">
              <a:buNone/>
            </a:pPr>
            <a:r>
              <a:rPr lang="zh-CN" altLang="en-US"/>
              <a:t>炸弹：第一张点数等于第四张点数或第二</a:t>
            </a:r>
            <a:r>
              <a:rPr lang="zh-CN" altLang="en-US"/>
              <a:t>张点数等于第五</a:t>
            </a:r>
            <a:r>
              <a:rPr lang="zh-CN" altLang="en-US"/>
              <a:t>张点数</a:t>
            </a:r>
            <a:endParaRPr lang="zh-CN" altLang="en-US"/>
          </a:p>
          <a:p>
            <a:endParaRPr lang="zh-CN" altLang="en-US"/>
          </a:p>
          <a:p>
            <a:pPr marL="0" indent="0">
              <a:buNone/>
            </a:pPr>
            <a:r>
              <a:rPr lang="zh-CN" altLang="en-US"/>
              <a:t>三带二：</a:t>
            </a:r>
            <a:r>
              <a:rPr lang="en-US" altLang="zh-CN"/>
              <a:t>2 + 3 </a:t>
            </a:r>
            <a:r>
              <a:rPr lang="zh-CN" altLang="en-US"/>
              <a:t>或</a:t>
            </a:r>
            <a:r>
              <a:rPr lang="en-US" altLang="zh-CN"/>
              <a:t> 3 + 2</a:t>
            </a:r>
            <a:endParaRPr lang="en-US" altLang="zh-CN"/>
          </a:p>
          <a:p>
            <a:endParaRPr lang="en-US" altLang="zh-CN"/>
          </a:p>
          <a:p>
            <a:pPr marL="0" indent="0">
              <a:buNone/>
            </a:pPr>
            <a:r>
              <a:rPr lang="zh-CN" altLang="en-US"/>
              <a:t>三张：</a:t>
            </a:r>
            <a:r>
              <a:rPr lang="en-US" altLang="zh-CN"/>
              <a:t>311 </a:t>
            </a:r>
            <a:r>
              <a:rPr lang="zh-CN" altLang="en-US"/>
              <a:t>或</a:t>
            </a:r>
            <a:r>
              <a:rPr lang="en-US" altLang="zh-CN"/>
              <a:t> 131 </a:t>
            </a:r>
            <a:r>
              <a:rPr lang="zh-CN" altLang="en-US"/>
              <a:t>或</a:t>
            </a:r>
            <a:r>
              <a:rPr lang="en-US" altLang="zh-CN"/>
              <a:t>311</a:t>
            </a:r>
            <a:endParaRPr lang="en-US" altLang="zh-CN"/>
          </a:p>
          <a:p>
            <a:endParaRPr lang="en-US" altLang="zh-CN"/>
          </a:p>
          <a:p>
            <a:pPr marL="0" indent="0">
              <a:buNone/>
            </a:pPr>
            <a:r>
              <a:rPr lang="zh-CN" altLang="en-US"/>
              <a:t>两对：</a:t>
            </a:r>
            <a:r>
              <a:rPr lang="en-US" altLang="zh-CN"/>
              <a:t>221 </a:t>
            </a:r>
            <a:r>
              <a:rPr lang="zh-CN" altLang="en-US"/>
              <a:t>或</a:t>
            </a:r>
            <a:r>
              <a:rPr lang="en-US" altLang="zh-CN"/>
              <a:t> 212 </a:t>
            </a:r>
            <a:r>
              <a:rPr lang="zh-CN" altLang="en-US"/>
              <a:t>或</a:t>
            </a:r>
            <a:r>
              <a:rPr lang="en-US" altLang="zh-CN"/>
              <a:t> 122</a:t>
            </a:r>
            <a:endParaRPr lang="en-US" altLang="zh-CN"/>
          </a:p>
          <a:p>
            <a:endParaRPr lang="en-US" altLang="zh-CN"/>
          </a:p>
          <a:p>
            <a:pPr marL="0" indent="0">
              <a:buNone/>
            </a:pPr>
            <a:r>
              <a:rPr lang="zh-CN" altLang="en-US"/>
              <a:t>对子：</a:t>
            </a:r>
            <a:r>
              <a:rPr lang="en-US" altLang="zh-CN"/>
              <a:t>2111 </a:t>
            </a:r>
            <a:r>
              <a:rPr lang="zh-CN" altLang="en-US"/>
              <a:t>或</a:t>
            </a:r>
            <a:r>
              <a:rPr lang="en-US" altLang="zh-CN"/>
              <a:t> 1211 </a:t>
            </a:r>
            <a:r>
              <a:rPr lang="zh-CN" altLang="en-US"/>
              <a:t>或</a:t>
            </a:r>
            <a:r>
              <a:rPr lang="en-US" altLang="zh-CN"/>
              <a:t> 1121 </a:t>
            </a:r>
            <a:r>
              <a:rPr lang="zh-CN" altLang="en-US"/>
              <a:t>或</a:t>
            </a:r>
            <a:r>
              <a:rPr lang="en-US" altLang="zh-CN"/>
              <a:t> 1112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我们的</a:t>
            </a:r>
            <a:r>
              <a:rPr lang="zh-CN" altLang="en-US"/>
              <a:t>做法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zh-CN">
                <a:sym typeface="+mn-ea"/>
              </a:rPr>
              <a:t>4.</a:t>
            </a:r>
            <a:r>
              <a:rPr lang="zh-CN" altLang="en-US">
                <a:sym typeface="+mn-ea"/>
              </a:rPr>
              <a:t>记录每个玩家的牌型、关键牌、最大牌花色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pPr marL="0" indent="0">
              <a:buNone/>
            </a:pPr>
            <a:r>
              <a:rPr lang="zh-CN" altLang="en-US"/>
              <a:t>用一个四位数来表示玩家特征，最高位是牌型，往下两位是核心牌的点数，个位是最大牌的花色</a:t>
            </a:r>
            <a:endParaRPr lang="zh-CN" altLang="en-US"/>
          </a:p>
          <a:p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我们的</a:t>
            </a:r>
            <a:r>
              <a:rPr lang="zh-CN" altLang="en-US"/>
              <a:t>做法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zh-CN"/>
              <a:t>5.</a:t>
            </a:r>
            <a:r>
              <a:rPr lang="zh-CN" altLang="en-US"/>
              <a:t>胜率预测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 b="1"/>
              <a:t>模拟</a:t>
            </a:r>
            <a:endParaRPr lang="zh-CN" altLang="en-US" b="1"/>
          </a:p>
          <a:p>
            <a:pPr marL="0" indent="0">
              <a:buNone/>
            </a:pPr>
            <a:endParaRPr lang="zh-CN" altLang="en-US" b="1"/>
          </a:p>
          <a:p>
            <a:pPr marL="0" indent="0">
              <a:buNone/>
            </a:pPr>
            <a:r>
              <a:rPr lang="zh-CN" altLang="en-US"/>
              <a:t>过往预测现在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 algn="l">
              <a:buNone/>
            </a:pPr>
            <a:r>
              <a:rPr lang="zh-CN" altLang="en-US"/>
              <a:t>一样的牌在</a:t>
            </a:r>
            <a:r>
              <a:rPr lang="en-US" altLang="zh-CN"/>
              <a:t>10000</a:t>
            </a:r>
            <a:r>
              <a:rPr lang="zh-CN" altLang="en-US"/>
              <a:t>局情况下能赢多少局</a:t>
            </a:r>
            <a:endParaRPr lang="zh-CN" altLang="en-US" b="1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799</Words>
  <Application>WPS 演示</Application>
  <PresentationFormat>宽屏</PresentationFormat>
  <Paragraphs>131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Arial</vt:lpstr>
      <vt:lpstr>宋体</vt:lpstr>
      <vt:lpstr>Wingdings</vt:lpstr>
      <vt:lpstr>黑体</vt:lpstr>
      <vt:lpstr>Calibri</vt:lpstr>
      <vt:lpstr>微软雅黑</vt:lpstr>
      <vt:lpstr>Arial Unicode MS</vt:lpstr>
      <vt:lpstr>WPS</vt:lpstr>
      <vt:lpstr>扑克游戏</vt:lpstr>
      <vt:lpstr>规则</vt:lpstr>
      <vt:lpstr>规则</vt:lpstr>
      <vt:lpstr>规则</vt:lpstr>
      <vt:lpstr>规则</vt:lpstr>
      <vt:lpstr>需求分析</vt:lpstr>
      <vt:lpstr>需求分析</vt:lpstr>
      <vt:lpstr>我们的做法</vt:lpstr>
      <vt:lpstr>我们的做法</vt:lpstr>
      <vt:lpstr>我们的做法</vt:lpstr>
      <vt:lpstr>我们的做法</vt:lpstr>
      <vt:lpstr>我们的做法</vt:lpstr>
      <vt:lpstr>我们的做法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huang mu</dc:creator>
  <cp:lastModifiedBy>WPS_1756458513</cp:lastModifiedBy>
  <cp:revision>47</cp:revision>
  <dcterms:created xsi:type="dcterms:W3CDTF">2023-08-09T12:44:00Z</dcterms:created>
  <dcterms:modified xsi:type="dcterms:W3CDTF">2025-12-16T07:03:49Z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AC601CFAD1EF488FB62938B687605065_12</vt:lpwstr>
  </property>
</Properties>
</file>